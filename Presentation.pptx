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640080"/>
            <a:ext cx="822960" cy="82296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4490" y="8540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Academic Assistant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Local Retrieval-Augmented Generation System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40480" y="2971800"/>
            <a:ext cx="1463040" cy="0"/>
          </a:xfrm>
          <a:prstGeom prst="line">
            <a:avLst/>
          </a:prstGeom>
          <a:noFill/>
          <a:ln w="15875">
            <a:solidFill>
              <a:srgbClr val="4A7DB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Artificial Intelligence (SE_AI)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Dhiman  |  Student ID: 33443059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EAF1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362456"/>
            <a:ext cx="621792" cy="621792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906" y="1524122"/>
            <a:ext cx="298460" cy="298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27101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Search Large Documents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600200" y="16002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specific information in long PDFs (papers, notes, reports) by hand is slow.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EAF1FB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2596896"/>
            <a:ext cx="621792" cy="621792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906" y="2758562"/>
            <a:ext cx="298460" cy="298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50545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Has Costs and Privacy Risks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600200" y="28346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cloud AI tools require an internet connection, often cost money, and send your documents off-device.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61188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EAF1FB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831336"/>
            <a:ext cx="621792" cy="621792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06" y="3993002"/>
            <a:ext cx="298460" cy="298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73989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LLMs Can Hallucinate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600200" y="40690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model with no access to your specific documents may generate confident but incorrect answers.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SE_AI  |  AI-Powered Academic Assistant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273759"/>
            <a:ext cx="241402" cy="2414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0" y="1170432"/>
            <a:ext cx="7223760" cy="45720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/>
        </p:spPr>
      </p:sp>
      <p:sp>
        <p:nvSpPr>
          <p:cNvPr id="6" name="Text 3"/>
          <p:cNvSpPr/>
          <p:nvPr/>
        </p:nvSpPr>
        <p:spPr>
          <a:xfrm>
            <a:off x="1600200" y="11704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academic PDF documents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856232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1986991"/>
            <a:ext cx="241402" cy="24140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371600" y="1883664"/>
            <a:ext cx="7223760" cy="45720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/>
        </p:spPr>
      </p:sp>
      <p:sp>
        <p:nvSpPr>
          <p:cNvPr id="10" name="Text 6"/>
          <p:cNvSpPr/>
          <p:nvPr/>
        </p:nvSpPr>
        <p:spPr>
          <a:xfrm>
            <a:off x="1600200" y="18836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chunk, and embed the content locally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2569464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2700223"/>
            <a:ext cx="241402" cy="24140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371600" y="2596896"/>
            <a:ext cx="7223760" cy="45720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/>
        </p:spPr>
      </p:sp>
      <p:sp>
        <p:nvSpPr>
          <p:cNvPr id="14" name="Text 9"/>
          <p:cNvSpPr/>
          <p:nvPr/>
        </p:nvSpPr>
        <p:spPr>
          <a:xfrm>
            <a:off x="1600200" y="259689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search embeddings in ChromaDB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3282696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413455"/>
            <a:ext cx="241402" cy="24140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371600" y="3310128"/>
            <a:ext cx="7223760" cy="45720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/>
        </p:spPr>
      </p:sp>
      <p:sp>
        <p:nvSpPr>
          <p:cNvPr id="18" name="Text 12"/>
          <p:cNvSpPr/>
          <p:nvPr/>
        </p:nvSpPr>
        <p:spPr>
          <a:xfrm>
            <a:off x="1600200" y="33101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grounded answers using a local LLM (Phi-3 via Ollama)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40080" y="3995928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4126687"/>
            <a:ext cx="241402" cy="24140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371600" y="4023360"/>
            <a:ext cx="7223760" cy="45720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/>
        </p:spPr>
      </p:sp>
      <p:sp>
        <p:nvSpPr>
          <p:cNvPr id="22" name="Text 15"/>
          <p:cNvSpPr/>
          <p:nvPr/>
        </p:nvSpPr>
        <p:spPr>
          <a:xfrm>
            <a:off x="160020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 - zero cost, full privacy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SE_AI  |  AI-Powered Academic Assistant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0" y="896112"/>
            <a:ext cx="36576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0" y="8961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0" y="1389888"/>
            <a:ext cx="36576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1389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(PyPDF)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0" y="1883664"/>
            <a:ext cx="36576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8836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0" y="2377440"/>
            <a:ext cx="36576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377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(Sentence-Transformers)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0" y="2871216"/>
            <a:ext cx="36576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28712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0" y="3364992"/>
            <a:ext cx="36576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33649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0" y="3858768"/>
            <a:ext cx="3657600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38587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 (Ollama)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0" y="4352544"/>
            <a:ext cx="3657600" cy="384048"/>
          </a:xfrm>
          <a:prstGeom prst="roundRect">
            <a:avLst>
              <a:gd name="adj" fmla="val 16667"/>
            </a:avLst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43525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Displayed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SE_AI  |  AI-Powered Academic Assistant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programming language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/>
        </p:spPr>
      </p:sp>
      <p:sp>
        <p:nvSpPr>
          <p:cNvPr id="7" name="Text 5"/>
          <p:cNvSpPr/>
          <p:nvPr/>
        </p:nvSpPr>
        <p:spPr>
          <a:xfrm>
            <a:off x="480060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0060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84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395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orchestration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01168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084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395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 database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99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310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999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Phi-3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310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inference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913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224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text extraction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840480"/>
            <a:ext cx="3931920" cy="77724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913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4224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SE_AI  |  AI-Powered Academic Assistant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273759"/>
            <a:ext cx="241402" cy="241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188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 questions run against a known test document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01368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1932127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84708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measured per question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2459736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2590495"/>
            <a:ext cx="241402" cy="2414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50545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precision: did the correct source page come back?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40080" y="3118104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248863"/>
            <a:ext cx="241402" cy="24140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316382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answer accuracy scoring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40080" y="3776472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3907231"/>
            <a:ext cx="241402" cy="24140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71600" y="382219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score: is the answer supported by retrieved context?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64008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chunk-size experiment (300 vs 800 characters) was also run to test the effect of chunking on retrieval quality.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SE_AI  |  AI-Powered Academic Assistant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3108960"/>
          </a:xfrm>
          <a:prstGeom prst="roundRect">
            <a:avLst>
              <a:gd name="adj" fmla="val 2353"/>
            </a:avLst>
          </a:prstGeom>
          <a:solidFill>
            <a:srgbClr val="EAF1F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3258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Average response time: 2.61 seconds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7282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Retrieval precision: 100% (8/8 answerable questions)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13055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Average keyword accuracy score: 0.82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5328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Average faithfulness score: 0.60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93522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Chunk size 300: keyword 0.54, faithfulness 0.67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Chunk size 800: keyword 0.78, faithfulness 0.56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7398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Limitation found: system did not reliably decline to answer an out-of-scope question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SE_AI  |  AI-Powered Academic Assistant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466698"/>
            <a:ext cx="175565" cy="1755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5331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local, zero-cost RAG system for PDF question answering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2015338"/>
            <a:ext cx="175565" cy="1755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90195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a real methodology, not just a live demo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2563978"/>
            <a:ext cx="175565" cy="1755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45059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APIs, full data privacy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8" y="3112618"/>
            <a:ext cx="175565" cy="1755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299923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practical integration of embeddings, vector search, and local LLMs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3474720" y="3794760"/>
            <a:ext cx="2194560" cy="0"/>
          </a:xfrm>
          <a:prstGeom prst="line">
            <a:avLst/>
          </a:prstGeom>
          <a:noFill/>
          <a:ln w="12700">
            <a:solidFill>
              <a:srgbClr val="4A7DBD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400" dirty="0"/>
          </a:p>
        </p:txBody>
      </p:sp>
      <p:sp>
        <p:nvSpPr>
          <p:cNvPr id="17" name="Text 1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Academic Assistant - Local RAG System</dc:title>
  <dc:subject>PptxGenJS Presentation</dc:subject>
  <dc:creator>Harsh Dhiman</dc:creator>
  <cp:lastModifiedBy>Harsh Dhiman</cp:lastModifiedBy>
  <cp:revision>1</cp:revision>
  <dcterms:created xsi:type="dcterms:W3CDTF">2026-09-11T18:42:49Z</dcterms:created>
  <dcterms:modified xsi:type="dcterms:W3CDTF">2026-09-11T18:42:49Z</dcterms:modified>
</cp:coreProperties>
</file>